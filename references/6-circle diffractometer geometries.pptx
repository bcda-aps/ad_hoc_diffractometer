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0" autoAdjust="0"/>
    <p:restoredTop sz="94660"/>
  </p:normalViewPr>
  <p:slideViewPr>
    <p:cSldViewPr snapToGrid="0">
      <p:cViewPr>
        <p:scale>
          <a:sx n="66" d="100"/>
          <a:sy n="66" d="100"/>
        </p:scale>
        <p:origin x="248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A01A79-F4BE-1C9A-9DDD-5C1D2C9B60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CE467D-E861-051F-3CE6-0FAABD9777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69EB92-3366-2E0E-7B27-766C45991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66AA5-09B7-497E-9D54-77943F79EB3D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DA0F69-F1F5-71D3-BA4E-98E58B76F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F1B748-E348-C46E-3D95-EB04B999A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DEAE6-539A-4908-8022-232343E0ED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7726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47B623-9F87-F887-05B5-3E2C611B2C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D11E40-3863-29AC-560E-5051EC06DF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11B142-F5DA-9B66-3327-40494D8E6B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66AA5-09B7-497E-9D54-77943F79EB3D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6CC867-111C-E760-6B77-C5919E2D6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070EE8-1D5D-EE21-A922-396BD5346C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DEAE6-539A-4908-8022-232343E0ED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06499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D6CAC-EE0C-8983-798F-A9B72FCCAF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7CB774-C9FA-BF0D-E3F5-8006517346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BC8A76-2C35-1981-3822-264B264215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66AA5-09B7-497E-9D54-77943F79EB3D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73AA12-2C48-69C1-5E30-6327624A28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E13E44-0B90-F7D8-7E2C-FF68FB250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DEAE6-539A-4908-8022-232343E0ED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866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2C548-3262-205A-7B1B-B0873F0667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8C7864-0A52-4B6D-B3C8-94FD5F3AEA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46F760-50BD-7EC6-60AE-070F4C517A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3E30B9-18D5-4535-0057-4F8CBC7EA6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66AA5-09B7-497E-9D54-77943F79EB3D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9F37F2-66CB-A888-AC85-13857ABDE8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6E80EB-2D4C-A503-EB50-2DEC6C410E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DEAE6-539A-4908-8022-232343E0ED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5331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333C15-ACF2-9C5B-2BBB-60F544279C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11E3F1-F41D-D128-33A0-FB934F2DD2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FB2182-D2D8-57DC-92E8-865D336275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8C43898-95BB-208E-EE60-6FDD8DF69B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87096E-9A4E-A7AA-F43D-B78F4EF491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A415DD-CA9A-6951-1534-5B3931A9B1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66AA5-09B7-497E-9D54-77943F79EB3D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FDC5D7D-08D9-7550-FB1E-A27806EE01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820DC39-B2E2-2289-65F3-40A42CB71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DEAE6-539A-4908-8022-232343E0ED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30124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5006C0-64C9-CF98-5D51-F1F7948B4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53CBED4-BDEF-55B7-BBF9-670205442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66AA5-09B7-497E-9D54-77943F79EB3D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B888E6-1485-8FCB-1563-99623B7B69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204736-10D5-872F-0692-9089908B7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DEAE6-539A-4908-8022-232343E0ED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6800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77A520A-4B2C-6714-A846-5AD0383681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66AA5-09B7-497E-9D54-77943F79EB3D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D04F3C-29D2-A816-F39D-575B3F072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B9037E-A6DA-9658-E77D-752D86EC5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DEAE6-539A-4908-8022-232343E0ED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1333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14B6AC-39E9-4AFF-900B-E57E05764C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A8DD6C-97E8-AD89-0157-C6C8786E2E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1C5322-BF5D-8819-B1DA-55868F9895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31B2C6-2DB2-AC52-B095-60F29840B7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66AA5-09B7-497E-9D54-77943F79EB3D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95F51A-8723-5518-DB19-EFF0327E65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013072-2908-704B-AAD0-1A3B93720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DEAE6-539A-4908-8022-232343E0ED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44755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926746-8F5E-FEE1-B6D5-4E5B45C8F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4F859E-41DD-DD39-93E7-238BAECBA3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A7F768-8362-987F-ED29-87B77306D6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092D42-875B-E507-39A4-F6845EFF1E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66AA5-09B7-497E-9D54-77943F79EB3D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AEEBDB-78DE-370C-A866-58DD28BB6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AA13F3-6123-A5F3-C4B3-B59BD2A4F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DEAE6-539A-4908-8022-232343E0ED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2092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30B167-F0A6-4EDA-2E90-19239A188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2FADBF-9C8C-8DAE-5546-695C6B5673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FEAFD3-B4A4-9461-1DDA-C1C42C12BF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66AA5-09B7-497E-9D54-77943F79EB3D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2D82BC-F5B0-3B82-81BD-22104F4CA4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7F97EC-919F-5DD6-BC98-681BD6641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DEAE6-539A-4908-8022-232343E0ED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3817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1DF6C46-6122-EC82-F7B2-9151850923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B1D972-5F3E-D94A-19F4-C9C9F238F5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2C8690-6011-5384-A0AE-BABF03BCA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66AA5-09B7-497E-9D54-77943F79EB3D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E169E2-FBFE-068F-38F8-2A95909B7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815A26-C82A-DD86-3910-540D461FD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DEAE6-539A-4908-8022-232343E0ED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271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2930F29-B776-D035-301D-67270BFC3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A1A42D-DA77-796A-F025-EF5040E754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ED1B62-2213-B92C-0C8D-C136CAD669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066AA5-09B7-497E-9D54-77943F79EB3D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DBC404-7F8F-7EEE-8733-5E51A042A8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45851E-425C-4334-DB4E-3651206285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ADEAE6-539A-4908-8022-232343E0ED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6483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1548712-9CEA-77B3-C716-1F006A058E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6144" y="1055914"/>
            <a:ext cx="6545006" cy="449767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C0728A6-BED0-F105-DBCC-6A7B88FE8E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122" y="478971"/>
            <a:ext cx="5373097" cy="493300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7947A91-625D-CA0C-84FD-73B4D6C4A3B9}"/>
              </a:ext>
            </a:extLst>
          </p:cNvPr>
          <p:cNvSpPr txBox="1"/>
          <p:nvPr/>
        </p:nvSpPr>
        <p:spPr>
          <a:xfrm>
            <a:off x="881743" y="337353"/>
            <a:ext cx="54805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paper: Lohmeier &amp; </a:t>
            </a:r>
            <a:r>
              <a:rPr lang="en-US" dirty="0" err="1"/>
              <a:t>Vlieg</a:t>
            </a:r>
            <a:br>
              <a:rPr lang="en-US" dirty="0"/>
            </a:br>
            <a:r>
              <a:rPr lang="en-US" dirty="0" err="1"/>
              <a:t>IUCr</a:t>
            </a:r>
            <a:r>
              <a:rPr lang="en-US" dirty="0"/>
              <a:t> 6-circle, SPEC :</a:t>
            </a:r>
            <a:r>
              <a:rPr lang="en-US" i="1" dirty="0" err="1"/>
              <a:t>sixc</a:t>
            </a:r>
            <a:r>
              <a:rPr lang="en-US" dirty="0"/>
              <a:t>, </a:t>
            </a:r>
            <a:r>
              <a:rPr lang="en-US" dirty="0" err="1"/>
              <a:t>Hkl</a:t>
            </a:r>
            <a:r>
              <a:rPr lang="en-US" dirty="0"/>
              <a:t>: </a:t>
            </a:r>
            <a:r>
              <a:rPr lang="en-US" i="1" dirty="0"/>
              <a:t>APS POLAR </a:t>
            </a:r>
            <a:r>
              <a:rPr lang="en-US" dirty="0"/>
              <a:t>rotated?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245251C-2761-C6F3-BA5D-563D4C259017}"/>
              </a:ext>
            </a:extLst>
          </p:cNvPr>
          <p:cNvSpPr txBox="1"/>
          <p:nvPr/>
        </p:nvSpPr>
        <p:spPr>
          <a:xfrm>
            <a:off x="6747309" y="337353"/>
            <a:ext cx="482420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paper: H. You</a:t>
            </a:r>
            <a:br>
              <a:rPr lang="en-US" dirty="0"/>
            </a:br>
            <a:r>
              <a:rPr lang="en-US" dirty="0"/>
              <a:t>SPEC </a:t>
            </a:r>
            <a:r>
              <a:rPr lang="en-US" i="1" dirty="0" err="1"/>
              <a:t>psic</a:t>
            </a:r>
            <a:r>
              <a:rPr lang="en-US" i="1" dirty="0"/>
              <a:t>, </a:t>
            </a:r>
            <a:r>
              <a:rPr lang="en-US" dirty="0"/>
              <a:t>Huber 6-circle, </a:t>
            </a:r>
            <a:r>
              <a:rPr lang="en-US" dirty="0" err="1"/>
              <a:t>Hkl</a:t>
            </a:r>
            <a:r>
              <a:rPr lang="en-US" dirty="0"/>
              <a:t>: </a:t>
            </a:r>
            <a:r>
              <a:rPr lang="en-US" i="1" dirty="0"/>
              <a:t>E6C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63DA5BA-6052-72CD-DE49-30C3754F68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95119" y="993763"/>
            <a:ext cx="1928356" cy="23124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CD93C02-ED63-0093-3FA0-129A57E460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75262" y="969111"/>
            <a:ext cx="1953191" cy="237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62380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34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Pete</dc:creator>
  <cp:lastModifiedBy>Pete</cp:lastModifiedBy>
  <cp:revision>2</cp:revision>
  <dcterms:created xsi:type="dcterms:W3CDTF">2025-05-20T16:27:17Z</dcterms:created>
  <dcterms:modified xsi:type="dcterms:W3CDTF">2025-05-20T16:34:46Z</dcterms:modified>
</cp:coreProperties>
</file>